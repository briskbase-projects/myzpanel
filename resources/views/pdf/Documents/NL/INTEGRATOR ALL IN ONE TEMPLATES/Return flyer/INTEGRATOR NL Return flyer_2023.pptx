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5670550" cx="10080625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57200" y="225720"/>
            <a:ext cx="9071280" cy="94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2000" u="none" cap="none" strike="noStrike">
                <a:solidFill>
                  <a:srgbClr val="FF860D"/>
                </a:solidFill>
                <a:latin typeface="Arial"/>
                <a:ea typeface="Arial"/>
                <a:cs typeface="Arial"/>
                <a:sym typeface="Arial"/>
              </a:rPr>
              <a:t>PAST ALLES? GEWELDIG!</a:t>
            </a:r>
            <a:b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400" u="none" cap="none" strike="noStrike">
                <a:solidFill>
                  <a:srgbClr val="FF860D"/>
                </a:solidFill>
                <a:latin typeface="Arial"/>
                <a:ea typeface="Arial"/>
                <a:cs typeface="Arial"/>
                <a:sym typeface="Arial"/>
              </a:rPr>
              <a:t>ALS HET NIET PAST KUN JE PARTNER ARTIKELEN HEEL MAKKELIJK RETOURNEREN.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70800" y="2834640"/>
            <a:ext cx="420084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400" u="none" cap="none" strike="noStrike">
                <a:solidFill>
                  <a:srgbClr val="FF860D"/>
                </a:solidFill>
                <a:latin typeface="Arial"/>
                <a:ea typeface="Arial"/>
                <a:cs typeface="Arial"/>
                <a:sym typeface="Arial"/>
              </a:rPr>
              <a:t>1. VOORBEREIDING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Het pakket is door een Zalando Partner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verstuurd. Als je het pakket wilt retour-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neren vragen we je om het bijgeleverde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retourdocument te gebruiken.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046497" y="2834640"/>
            <a:ext cx="3892800" cy="16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400" u="none" cap="none" strike="noStrike">
                <a:solidFill>
                  <a:srgbClr val="EA7500"/>
                </a:solidFill>
                <a:latin typeface="Arial"/>
                <a:ea typeface="Arial"/>
                <a:cs typeface="Arial"/>
                <a:sym typeface="Arial"/>
              </a:rPr>
              <a:t>2. RETOURNEREN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</a:rPr>
              <a:t>Je kunt de artikelen binnen 100 dagen retourneren. Alsjeblieft retourneren volgens het bijgevoegde retourlabel. Pakketten met één Het DHL-label retourneert u naar een DHL Parcelshop, Parcels met een PostNL-label bij elk PostNL-postkantoor.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6758580" y="2778865"/>
            <a:ext cx="41505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400" u="none" cap="none" strike="noStrike">
                <a:solidFill>
                  <a:srgbClr val="EA7500"/>
                </a:solidFill>
                <a:latin typeface="Arial"/>
                <a:ea typeface="Arial"/>
                <a:cs typeface="Arial"/>
                <a:sym typeface="Arial"/>
              </a:rPr>
              <a:t>3. TERUGBETALING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Zodra de retourzending door onze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 is verwerkt ontvang je een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ter bevestiging. Zalando zal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 de terugbetaling verwerken.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59360" y="4536360"/>
            <a:ext cx="923292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*Ben je het retourdocument kwijt? Of heb je verdere vragen? Neem eens een kijkje bij onze veelgestelde vragen: zalando.nl/faq.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280" y="1678680"/>
            <a:ext cx="1085040" cy="78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645920"/>
            <a:ext cx="1323360" cy="88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1554480"/>
            <a:ext cx="824040" cy="97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